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3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Mold-Part Defeaturing</a:t>
            </a:r>
          </a:p>
          <a:p>
            <a:r>
              <a:rPr sz="2400">
                <a:solidFill>
                  <a:srgbClr val="B8860B"/>
                </a:solidFill>
              </a:rPr>
              <a:t>Project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B8860B"/>
                </a:solidFill>
              </a:rPr>
              <a:t>Company Partner:  </a:t>
            </a:r>
            <a:r>
              <a:rPr sz="1500">
                <a:solidFill>
                  <a:srgbClr val="FFFFFF"/>
                </a:solidFill>
              </a:rPr>
              <a:t>HP Printing Korea  (Mentor: Byoungho Yoo, CAE)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B8860B"/>
                </a:solidFill>
              </a:rPr>
              <a:t>Team:  </a:t>
            </a:r>
            <a:r>
              <a:rPr sz="1500">
                <a:solidFill>
                  <a:srgbClr val="FFFFFF"/>
                </a:solidFill>
              </a:rPr>
              <a:t>CleanCAD  (HP2)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B8860B"/>
                </a:solidFill>
              </a:rPr>
              <a:t>Team Members:  </a:t>
            </a:r>
            <a:r>
              <a:rPr sz="1500">
                <a:solidFill>
                  <a:srgbClr val="FFFFFF"/>
                </a:solidFill>
              </a:rPr>
              <a:t>Junoh Lee (Team Lead / CAD Engineering)  ·  Hemanth Reddy Vangala (ML / Graph Model)  ·  Aneela Tahir (Data Pipeline)  ·  Balcha Kidus Elias (Integration &amp; Test)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B8860B"/>
                </a:solidFill>
              </a:rPr>
              <a:t>Presentation Date:  </a:t>
            </a:r>
            <a:r>
              <a:rPr sz="1500">
                <a:solidFill>
                  <a:srgbClr val="FFFFFF"/>
                </a:solidFill>
              </a:rPr>
              <a:t>October 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1. BACKGROUND &amp; PROBLEM DEFINITION (1/2)</a:t>
            </a:r>
          </a:p>
          <a:p>
            <a:r>
              <a:rPr sz="2600" b="1">
                <a:solidFill>
                  <a:srgbClr val="FFFFFF"/>
                </a:solidFill>
              </a:rPr>
              <a:t>Industrial 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Before running CAE (Computer-Aided Engineering) simulations,</a:t>
            </a:r>
            <a:r>
              <a:rPr sz="1600">
                <a:solidFill>
                  <a:srgbClr val="333333"/>
                </a:solidFill>
              </a:rPr>
              <a:t>  mold/part CAD models contain many small manufacturing-driven details — holes, fillets, chamfers, ribs, bosses, embosses.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These details are necessary for manufacturing</a:t>
            </a:r>
            <a:r>
              <a:rPr sz="1600">
                <a:solidFill>
                  <a:srgbClr val="333333"/>
                </a:solidFill>
              </a:rPr>
              <a:t>  but contribute little to structural/flow analysis accuracy, while significantly increasing mesh generation and solve time.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The problem HP faces: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CAE engineers manually remove (“defeature”) these details before every analysis — a time-consuming, repetitive step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Manual defeaturing depends on individual engineer experience → inconsistent results across engineers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It does not scale to HP’s high-volume simulation and product-development workflow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Limitations of the existing process:</a:t>
            </a:r>
            <a:r>
              <a:rPr sz="1600">
                <a:solidFill>
                  <a:srgbClr val="333333"/>
                </a:solidFill>
              </a:rPr>
              <a:t>  purely manual, no automation, no reusable decision criteria — every part is defeatured from scratch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CleanCAD · Project Proposal · HP Printing Korea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1. BACKGROUND &amp; PROBLEM DEFINITION (2/2)</a:t>
            </a:r>
          </a:p>
          <a:p>
            <a:r>
              <a:rPr sz="2600" b="1">
                <a:solidFill>
                  <a:srgbClr val="FFFFFF"/>
                </a:solidFill>
              </a:rPr>
              <a:t>Problem Reframing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From an engineering perspective, this is not a CAD-editing problem — it is a</a:t>
            </a:r>
            <a:r>
              <a:rPr sz="1600">
                <a:solidFill>
                  <a:srgbClr val="333333"/>
                </a:solidFill>
              </a:rPr>
              <a:t>  recognition + decision problem: which geometric features can be removed without harming the model’s validity for CAE use?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The core question the team aims to solve: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Can we automatically recognize mold/part shape features and decide, with high defeaturing accuracy, which ones are safe to remove — while keeping the tool fast enough to replace manual work and light enough to run without a GPU?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This reframing separates the problem into two layers that map directly onto our architecture: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Geometry layer — reliably reading, modifying, and healing CAD geometry (deterministic, engineering problem)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Decision layer — learning which features matter (rule-based first, then ML-based; an AI/data problem)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CleanCAD · Project Proposal · HP Printing Korea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2. PROJECT GOALS</a:t>
            </a:r>
          </a:p>
          <a:p>
            <a:r>
              <a:rPr sz="2600" b="1">
                <a:solidFill>
                  <a:srgbClr val="FFFFFF"/>
                </a:solidFill>
              </a:rPr>
              <a:t>Technical, Quantitative &amp; Learning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5272887" cy="45720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Technical Goals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272887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354"/>
                </a:solidFill>
              </a:rPr>
              <a:t>▪ Automate CAE geometry preprocessing end-to-end (STEP in → STEP out)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354"/>
                </a:solidFill>
              </a:rPr>
              <a:t>▪ Recognize shape features (hole, fillet, chamfer, rib, boss, emboss) and classify keep/remove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354"/>
                </a:solidFill>
              </a:rPr>
              <a:t>▪ Staged Decision Logic: rule-based (Stage 1) → ML-based (Stage 2), with a manual-correction retraining loop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354"/>
                </a:solidFill>
              </a:rPr>
              <a:t>▪ Keep the tool as a decision-support aid — every result goes through mandatory engineer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6278727" y="1325880"/>
            <a:ext cx="5272887" cy="45720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Quantitative &amp; Learning Goals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8727" y="1920240"/>
            <a:ext cx="5272887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354"/>
                </a:solidFill>
              </a:rPr>
              <a:t>▪ Success metric #1 (primary): defeaturing accuracy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354"/>
                </a:solidFill>
              </a:rPr>
              <a:t>▪ Success metric #2 (secondary): 70–90% reduction in CAD preprocessing time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354"/>
                </a:solidFill>
              </a:rPr>
              <a:t>▪ Inference must run on a GPU-less laptop; training may use a GPU server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354"/>
                </a:solidFill>
              </a:rPr>
              <a:t>▪ Learning objectives: B-rep/STEP CAD fundamentals, graph neural networks, staged AI decision systems, cross-cultural remote teamwork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CleanCAD · Project Proposal · HP Printing Korea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3. REQUIREMENTS DEFINITION (1/2)</a:t>
            </a:r>
          </a:p>
          <a:p>
            <a:r>
              <a:rPr sz="2600" b="1">
                <a:solidFill>
                  <a:srgbClr val="FFFFFF"/>
                </a:solidFill>
              </a:rPr>
              <a:t>Functional Requirements —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11534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076"/>
                <a:gridCol w="6765151"/>
                <a:gridCol w="2182307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Key Requirement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CAD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Accept STEP input; parse via FreeCAD Python API (headless); export STEP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Feature Recognition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Identify hole/fillet/chamfer/rib/boss/emboss; convert B-rep to a graph representation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Decision Logic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Two-stage: Stage 1 rule-based (e.g. by size), Stage 2 ML-based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Defeaturing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Remove selected features; geometry-heal into a valid, watertight model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Failure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On healing failure, retain original geometry; store geometry + face ID for manual fix → retraining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Reporting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Visual (image-based) before/after comparison report — no text-only summary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Present every result to the engineer for approval before finalizing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Face Highlight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Mark faces selected for removal in red and save as STEP, for review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Training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Trainable on public datasets + self-authored shapes (no HP data)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Full detail: Functional Requirements Document (FRD) v1.6  ·  CleanCAD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3. REQUIREMENTS DEFINITION (2/2)</a:t>
            </a:r>
          </a:p>
          <a:p>
            <a:r>
              <a:rPr sz="2600" b="1">
                <a:solidFill>
                  <a:srgbClr val="FFFFFF"/>
                </a:solidFill>
              </a:rPr>
              <a:t>Non-Functional Requirements —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11534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076"/>
                <a:gridCol w="6765151"/>
                <a:gridCol w="2182307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Key Requirement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Performance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70–90% preprocessing time reduction; inference on a GPU-less laptop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Reliability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Original input file untouched; every output is a valid, watertight solid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Portability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No licensed CAD software (no NX); headless/standalone batch execution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Security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No confidential HP CAD data stored or transmitted, anywhere in the repo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Usability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Report understandable by a non-AI-expert (CAE engineer) at a glance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Maintainability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Modular codebase aligned to pipeline stages; Git-based team workflow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Optimize for defeaturing accuracy; downstream CAE analysis accuracy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Must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Full detail: Non-Functional Requirements Document (NFRD) v1.5  ·  CleanCAD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4. SYSTEM OVERVIEW &amp; DESIGN DIRECTION (1/4)</a:t>
            </a:r>
          </a:p>
          <a:p>
            <a:r>
              <a:rPr sz="2600" b="1">
                <a:solidFill>
                  <a:srgbClr val="FFFFFF"/>
                </a:solidFill>
              </a:rPr>
              <a:t>Overall System Configuration</a:t>
            </a:r>
          </a:p>
        </p:txBody>
      </p:sp>
      <p:pic>
        <p:nvPicPr>
          <p:cNvPr id="4" name="Picture 3" descr="cor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10607040" cy="4537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Core runtime pipeline (M1–M8). Offline training pipeline supplies the model used in M3. · CleanCAD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4. SYSTEM OVERVIEW &amp; DESIGN DIRECTION (2/4)</a:t>
            </a:r>
          </a:p>
          <a:p>
            <a:r>
              <a:rPr sz="2600" b="1">
                <a:solidFill>
                  <a:srgbClr val="FFFFFF"/>
                </a:solidFill>
              </a:rPr>
              <a:t>Major Module Structure &amp; Data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1153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07"/>
                <a:gridCol w="5019306"/>
                <a:gridCol w="3709921"/>
              </a:tblGrid>
              <a:tr h="4572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Module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Responsibility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Key Interface (→ next module)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M1 CAD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Parse STEP → B-rep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In-memory B-rep shape → M2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M2 Graph Conversion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B-rep → face-adjacency graph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Graph (nodes=faces, edges=adjacency) → M3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M3 Feature Recognition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Classify each face/feature (GNN)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Label + confidence → 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M4 Decision Logic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Stage 1 rule → Stage 2 ML → propose KEEP/REMOVE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Proposed removal list → M5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M5 Removal + Healing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Remove features; heal geometry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Healed shape → M6; failures → retraining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M6 Output &amp; Reporting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Export STEP; build visual report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STEP + report → M7 (Engineer Review)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M7 Engineer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Mandatory human approval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Approve → finalize; Reject → manual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M8 Validation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Mesh quality (Gmsh), visual check (FreeCAD)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>
                          <a:solidFill>
                            <a:srgbClr val="222222"/>
                          </a:solidFill>
                        </a:rPr>
                        <a:t>Metrics → success-criteria evaluation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Full detail: High-Level Design Document (HLD)  ·  CleanCAD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4. SYSTEM OVERVIEW &amp; DESIGN DIRECTION (3/4)</a:t>
            </a:r>
          </a:p>
          <a:p>
            <a:r>
              <a:rPr sz="2600" b="1">
                <a:solidFill>
                  <a:srgbClr val="FFFFFF"/>
                </a:solidFill>
              </a:rPr>
              <a:t>Design Alternatives Considered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11534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537"/>
                <a:gridCol w="2836999"/>
                <a:gridCol w="2836999"/>
                <a:gridCol w="2836999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Decision Point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Alternative A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Alternative B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Alternative C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CAD toolchain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pythonocc-core</a:t>
                      </a:r>
                      <a:br/>
                      <a:r>
                        <a:rPr sz="1200">
                          <a:solidFill>
                            <a:srgbClr val="222222"/>
                          </a:solidFill>
                        </a:rPr>
                        <a:t>(direct OCCT binding)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cadquery</a:t>
                      </a:r>
                      <a:br/>
                      <a:r>
                        <a:rPr sz="1200">
                          <a:solidFill>
                            <a:srgbClr val="222222"/>
                          </a:solidFill>
                        </a:rPr>
                        <a:t>(STEP-generation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FreeCAD Python API</a:t>
                      </a:r>
                      <a:br/>
                      <a:r>
                        <a:rPr sz="1200">
                          <a:solidFill>
                            <a:srgbClr val="222222"/>
                          </a:solidFill>
                        </a:rPr>
                        <a:t>(headless, full geometry ops)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Decision Logic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Rule-based only</a:t>
                      </a:r>
                      <a:br/>
                      <a:r>
                        <a:rPr sz="1200">
                          <a:solidFill>
                            <a:srgbClr val="222222"/>
                          </a:solidFill>
                        </a:rPr>
                        <a:t>(fast, brittle)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ML-based only from day one</a:t>
                      </a:r>
                      <a:br/>
                      <a:r>
                        <a:rPr sz="1200">
                          <a:solidFill>
                            <a:srgbClr val="222222"/>
                          </a:solidFill>
                        </a:rPr>
                        <a:t>(slow to bootstrap, data-hungry)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Staged: rule → ML</a:t>
                      </a:r>
                      <a:br/>
                      <a:r>
                        <a:rPr sz="1200">
                          <a:solidFill>
                            <a:srgbClr val="222222"/>
                          </a:solidFill>
                        </a:rPr>
                        <a:t>(fast MVP + improves over time)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Graph conversion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occwl</a:t>
                      </a:r>
                      <a:br/>
                      <a:r>
                        <a:rPr sz="1200">
                          <a:solidFill>
                            <a:srgbClr val="222222"/>
                          </a:solidFill>
                        </a:rPr>
                        <a:t>(built on pythonocc-core)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Hand-written via FreeCAD API</a:t>
                      </a:r>
                      <a:br/>
                      <a:r>
                        <a:rPr sz="1200">
                          <a:solidFill>
                            <a:srgbClr val="222222"/>
                          </a:solidFill>
                        </a:rPr>
                        <a:t>(matches confirmed toolchain)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See docs/step_library_comparison.md for the full comparison and mentor Q&amp;A  ·  CleanCAD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4. SYSTEM OVERVIEW &amp; DESIGN DIRECTION (4/4)</a:t>
            </a:r>
          </a:p>
          <a:p>
            <a:r>
              <a:rPr sz="2600" b="1">
                <a:solidFill>
                  <a:srgbClr val="FFFFFF"/>
                </a:solidFill>
              </a:rPr>
              <a:t>Final Design Choice &amp;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CAD toolchain → FreeCAD Python API (headless), cadquery optional for STEP generation only.</a:t>
            </a:r>
            <a:r>
              <a:rPr sz="1600">
                <a:solidFill>
                  <a:srgbClr val="333333"/>
                </a:solidFill>
              </a:rPr>
              <a:t>  Validated directly with the HP mentor (2026-09-18), resolving a naming discrepancy across three sources (our own research, the mentor’s slide, and the school’s server guide).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Trade-off:</a:t>
            </a:r>
            <a:r>
              <a:rPr sz="1400">
                <a:solidFill>
                  <a:srgbClr val="333333"/>
                </a:solidFill>
              </a:rPr>
              <a:t>  FreeCAD API is less “raw” than pythonocc-core, but it is the toolchain the mentor confirmed and avoids an unnecessary dependency mismatch.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Decision Logic → staged (rule-based, then ML-based), not a single model.</a:t>
            </a:r>
            <a:r>
              <a:rPr sz="1600">
                <a:solidFill>
                  <a:srgbClr val="333333"/>
                </a:solidFill>
              </a:rPr>
              <a:t>  Confirmed with the mentor. Gives an early, demoable MVP and a clear path to improve accuracy.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Trade-off:</a:t>
            </a:r>
            <a:r>
              <a:rPr sz="1400">
                <a:solidFill>
                  <a:srgbClr val="333333"/>
                </a:solidFill>
              </a:rPr>
              <a:t>  More moving parts to integrate (two decision stages plus a retraining loop), but far lower risk than depending on ML working well from week one.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Graph conversion → build on our own FreeCAD-based B-rep traversal rather than occwl.</a:t>
            </a:r>
            <a:r>
              <a:rPr sz="1600">
                <a:solidFill>
                  <a:srgbClr val="333333"/>
                </a:solidFill>
              </a:rPr>
              <a:t>  occwl is built specifically on pythonocc-core and is incompatible with the confirmed toolchain.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CleanCAD · Project Proposal · HP Printing Korea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5. DEVELOPMENT STRATEGY &amp; SCHEDULE (1/2)</a:t>
            </a:r>
          </a:p>
          <a:p>
            <a:r>
              <a:rPr sz="2600" b="1">
                <a:solidFill>
                  <a:srgbClr val="FFFFFF"/>
                </a:solidFill>
              </a:rPr>
              <a:t>Development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3354"/>
                </a:solidFill>
              </a:rPr>
              <a:t>▪ Phase-based approach</a:t>
            </a:r>
            <a:r>
              <a:rPr sz="1500">
                <a:solidFill>
                  <a:srgbClr val="333333"/>
                </a:solidFill>
              </a:rPr>
              <a:t>  mechanism prototype → Stage 1 (rule-based) integration → data scale-up → Stage 2 (ML) training → full integration → validation &amp; retraining loop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3354"/>
                </a:solidFill>
              </a:rPr>
              <a:t>▪ Parallel development by role: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–  CAD Geometry Engineer (Junoh) — shared mechanism (feature grouping, removal, healing, failure detection)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–  ML / Graph Model Engineer (Hemanth) — graph conversion, GNN training, model selection under the CPU-inference constraint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–  Data Pipeline &amp; Test-Data Engineer (Aneela) — self-authored test shapes, labeling, error analysis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333333"/>
                </a:solidFill>
              </a:rPr>
              <a:t>–  Integration &amp; Test Engineer (Elias) — module contracts (I/O schema), automated verification, performance testing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1F3354"/>
                </a:solidFill>
              </a:rPr>
              <a:t>▪ Testing strategy:</a:t>
            </a:r>
            <a:r>
              <a:rPr sz="1500">
                <a:solidFill>
                  <a:srgbClr val="333333"/>
                </a:solidFill>
              </a:rPr>
              <a:t>  headless end-to-end checks against a manifest of expected results (already prototyped, 9/9 example shapes passing) + a live visual demo mode for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CleanCAD · Project Proposal · HP Printing Korea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5. DEVELOPMENT STRATEGY &amp; SCHEDULE (2/2)</a:t>
            </a:r>
          </a:p>
          <a:p>
            <a:r>
              <a:rPr sz="2600" b="1">
                <a:solidFill>
                  <a:srgbClr val="FFFFFF"/>
                </a:solidFill>
              </a:rPr>
              <a:t>15-Week Schedule &amp; Milestones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11534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4076"/>
                <a:gridCol w="2182307"/>
                <a:gridCol w="6765151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Week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Milestone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W1–W3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Definition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Team formed; proposal drafted; FR/NFR written; toolchain + mechanism prototype validated (9/9 example shapes pass)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W4 (Oct 1)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Proposal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Project Proposal presentation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W5–W6 (Oct 15)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HLD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Module contracts finalized (graph schema, labels); HLD submitted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W7 (Oct 22)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LLD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Stage 1 (rule-based) pipeline integrated end to end; LLD submitted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W8 (Oct 29)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Progress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Live demo of Stage 1 pipeline to HP mentor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W9–W11 (Nov 19)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Implementation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Data scale-up; Stage 2 (ML) training; full pipeline integration — core functionality complete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W12–W13 (Dec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Defeaturing accuracy + time-reduction measurement; retraining loop; performance tuning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W14–W15 (Dec 17)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Completion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Final report, manual, presentation &amp; demo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Core functionality targeted for completion before Week 12, per course guidance  ·  CleanCAD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6. RISK ANALYSIS</a:t>
            </a:r>
          </a:p>
          <a:p>
            <a:r>
              <a:rPr sz="2600" b="1">
                <a:solidFill>
                  <a:srgbClr val="FFFFFF"/>
                </a:solidFill>
              </a:rPr>
              <a:t>Risks, Mitigation &amp; Scope-Reduction Criteria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115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2844"/>
                <a:gridCol w="1527614"/>
                <a:gridCol w="4801075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FreeCAD silently no-ops on an un-removable face (no exception raised)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Technical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Result-comparison check after every removal; failures logged with geometry + face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Stage 2 (ML) accuracy or training time falls short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Schedule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Stage 1 (rule-based) is independently demoable; ML is additive, not a blocker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Team engagement is uneven across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Schedule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Team lead maintains the critical-path modules directly; roles split so gaps don’t block others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FR-VAL-06 (red-face STEP export) only works in FreeCAD GUI mode, not headless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Technical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Run that one step in GUI mode as an isolated post-process; keep the main pipeline headless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Scope creep (trying to support every possible feature 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</a:rPr>
                        <a:t>Prioritize the 3 HP-specified shape types; treat others as stretch goals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074920"/>
            <a:ext cx="10911535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1F3354"/>
                </a:solidFill>
              </a:rPr>
              <a:t>▪ Scope-reduction criterion (fallback):</a:t>
            </a:r>
            <a:r>
              <a:rPr sz="1400">
                <a:solidFill>
                  <a:srgbClr val="333333"/>
                </a:solidFill>
              </a:rPr>
              <a:t>  if Stage 2 (ML) is not reliable by Week 12, the team will deliver the Stage 1 rule-based pipeline plus the failure-case collection mechanism as the final result.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CleanCAD · Project Proposal · HP Printing Korea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7. ROLE OF THE PARTICIPATING COMPANY</a:t>
            </a:r>
          </a:p>
          <a:p>
            <a:r>
              <a:rPr sz="2600" b="1">
                <a:solidFill>
                  <a:srgbClr val="FFFFFF"/>
                </a:solidFill>
              </a:rPr>
              <a:t>HP Printing Korea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Resources provided:</a:t>
            </a:r>
            <a:r>
              <a:rPr sz="1600">
                <a:solidFill>
                  <a:srgbClr val="333333"/>
                </a:solidFill>
              </a:rPr>
              <a:t>  domain guidance on defeaturing workflow and priorities; test-shape specification (thickness, size, feature types); direct confirmation of technical constraints (toolchain, deployment environment, success criteria)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Mentoring approach:</a:t>
            </a:r>
            <a:r>
              <a:rPr sz="1600">
                <a:solidFill>
                  <a:srgbClr val="333333"/>
                </a:solidFill>
              </a:rPr>
              <a:t>  recurring meetings with mentor Byoungho Yoo (CAE); async follow-up via email for specific technical questions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Feedback mechanism:</a:t>
            </a:r>
            <a:r>
              <a:rPr sz="1600">
                <a:solidFill>
                  <a:srgbClr val="333333"/>
                </a:solidFill>
              </a:rPr>
              <a:t>  the team brings open questions to each meeting; mentor answers are recorded as requirements and tracked back to the FRD/NFRD with revision history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Academic vs. company expectations:</a:t>
            </a:r>
            <a:r>
              <a:rPr sz="1600">
                <a:solidFill>
                  <a:srgbClr val="333333"/>
                </a:solidFill>
              </a:rPr>
              <a:t>  the course requires the full SW-engineering process (requirements → HLD → LLD → implementation → report); HP’s interest is specifically defeaturing accuracy and processing-time reduction — downstream CAE analysis accuracy is explicitly out of scope for this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CleanCAD · Project Proposal · HP Printing Korea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8. EXPECTED IMPACT &amp; EXPANSION POTENTIAL</a:t>
            </a:r>
          </a:p>
          <a:p>
            <a:r>
              <a:rPr sz="2600" b="1">
                <a:solidFill>
                  <a:srgbClr val="FFFFFF"/>
                </a:solidFill>
              </a:rPr>
              <a:t>Impact, Applicability &amp;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Expected technical impact:</a:t>
            </a:r>
            <a:r>
              <a:rPr sz="1600">
                <a:solidFill>
                  <a:srgbClr val="333333"/>
                </a:solidFill>
              </a:rPr>
              <a:t>  70–90% reduction in CAD preprocessing time for CAE-bound mold/part models; a reusable, growing feature-recognition model rather than one-off manual work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Applicability to HP’s environment:</a:t>
            </a:r>
            <a:r>
              <a:rPr sz="1600">
                <a:solidFill>
                  <a:srgbClr val="333333"/>
                </a:solidFill>
              </a:rPr>
              <a:t>  fits directly into HP’s existing simulation workflow as a preprocessing step; no GPU requirement at inference time means it can run on standard engineering laptops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3354"/>
                </a:solidFill>
              </a:rPr>
              <a:t>▪ Future expansion directions: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Broader feature-type coverage beyond the 3 HP-specified shape types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NX-format support, if a licensing path becomes available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A lightweight review UI beyond the current image + approve/reject flow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333333"/>
                </a:solidFill>
              </a:rPr>
              <a:t>–  Extending the retraining loop into a continuously improving model as more parts are processed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CleanCAD · Project Proposal · HP Printing Korea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858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8860B"/>
                </a:solidFill>
              </a:rPr>
              <a:t>9. TEAM ORGANIZATION STRUCTURE</a:t>
            </a:r>
          </a:p>
          <a:p>
            <a:r>
              <a:rPr sz="2600" b="1">
                <a:solidFill>
                  <a:srgbClr val="FFFFFF"/>
                </a:solidFill>
              </a:rPr>
              <a:t>Roles, Responsibilities &amp; Decision-Making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11534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460"/>
                <a:gridCol w="5455767"/>
                <a:gridCol w="2182307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Sub-Role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Responsibility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Assignee</a:t>
                      </a:r>
                    </a:p>
                  </a:txBody>
                  <a:tcPr>
                    <a:solidFill>
                      <a:srgbClr val="1F335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CAD Geometry Engineer (Team Lead)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STEP I/O, feature removal, geometry healing; overall schedule/deliverable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Junoh Lee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ML / Graph Model Engineer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B-rep→graph conversion; GNN-based feature recognition model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Hemanth Reddy Vangala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Data Pipeline &amp; Test-Data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Self-authored test shapes; automated evaluation scripts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Aneela Tahir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Integration &amp; Test Engineer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Module glue code; unit/integration tests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</a:rPr>
                        <a:t>Balcha Kidus Elias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931920"/>
            <a:ext cx="1091153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F3354"/>
                </a:solidFill>
              </a:rPr>
              <a:t>▪ Decision-making structure:</a:t>
            </a:r>
            <a:r>
              <a:rPr sz="1500">
                <a:solidFill>
                  <a:srgbClr val="333333"/>
                </a:solidFill>
              </a:rPr>
              <a:t>  the team lead reviews and approves technical decisions (in consultation with the mentor where applicable); code changes go through a personal branch + review before merging to master.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08200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55555"/>
                </a:solidFill>
              </a:rPr>
              <a:t>Full detail: docs/team_rnr.md, docs/RnR_Proposal.docx  ·  CleanCAD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